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1"/>
    <p:restoredTop sz="94647"/>
  </p:normalViewPr>
  <p:slideViewPr>
    <p:cSldViewPr snapToGrid="0" snapToObjects="1">
      <p:cViewPr varScale="1">
        <p:scale>
          <a:sx n="114" d="100"/>
          <a:sy n="114" d="100"/>
        </p:scale>
        <p:origin x="4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12/27/2023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pages.store.office.com/addinsinstallpage.aspx?rs=en-US&amp;assetid=WA200003233&amp;isWac=True&amp;ui=en-US&amp;ad=U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14673994"/>
                  </p:ext>
                </p:extLst>
              </p:nvPr>
            </p:nvGraphicFramePr>
            <p:xfrm>
              <a:off x="125835" y="167780"/>
              <a:ext cx="11962701" cy="660213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5835" y="167780"/>
                <a:ext cx="11962701" cy="660213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Insert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4851444" y="3310791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My 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2249496" y="2737247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Insert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Insert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Insert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webextensions/webextension1.xml><?xml version="1.0" encoding="utf-8"?>
<we:webextension xmlns:we="http://schemas.microsoft.com/office/webextensions/webextension/2010/11" id="{08ee4f63-ea5b-45a5-a650-6f4d242428fd}">
  <we:reference id="WA200003233" version="2.0.0.3" store="en-US" storeType="OMEX"/>
  <we:alternateReferences/>
  <we:properties>
    <we:property name="Microsoft.Office.CampaignId" value="&quot;none&quot;"/>
    <we:property name="reportUrl" value="&quot;/groups/me/reports/c79e06db-0cf5-4e14-8042-e65c131e055d/ReportSection?bookmarkGuid=959b53fa-3267-4b6b-813a-04d02edfa69a&amp;bookmarkUsage=1&amp;ctid=8a4d3d2c-7451-4201-aa91-41fedbaaab96&amp;fromEntryPoint=export&quot;"/>
    <we:property name="reportState" value="&quot;CONNECTED&quot;"/>
    <we:property name="reportEmbeddedTime" value="&quot;2023-12-27T13:42:23.559Z&quot;"/>
    <we:property name="creatorSessionId" value="&quot;5e5e9040-dd2f-4d5d-8283-7fde1c4c7758&quot;"/>
    <we:property name="creatorUserId" value="&quot;100320030F2865A8&quot;"/>
    <we:property name="creatorTenantId" value="&quot;8a4d3d2c-7451-4201-aa91-41fedbaaab96&quot;"/>
    <we:property name="reportName" value="&quot;Ecommerce&quot;"/>
    <we:property name="isFiltersActionButtonVisible" value="true"/>
    <we:property name="initialStateBookmark" value="&quot;H4sIAAAAAAAAA+1Y227bOBD9lYAvfVEWlETd8mZ7XWDRJg3ioItFYRQjkbLVypJAUtm4hf99h5Ts2I0bp7k0xe76wRZHo7kcnRkO/ZXwQjUlLM9gIcgJGdb15wXIz0cucUjVy969e3M6uHjz8WxwOkZx3eiirhQ5+Uo0yJnQ7wvVQmksoPDD1CFQlucwM6scSiUc0gip6grK4ovolPGWlq1YOURcN2UtwZicaNDCmL1CdVyjb/c3Hz1CposrMRGZ7qQXoqmlXq8dororG9LuPWPMOhzVlYaiQsNG5gYsCWkQJRCkPPJoIkLXyPOi1L1KuhxfNxLzwSyXjcFhhNHNallkUBIbtxRK9U5Gddku7NV4Rz6pW5mJC5HbW5Uu9BItwQK+1NVxDmqOekfHR39dkhVicS5rRMqq9M6WVj6v/x5JgRJOTuhqihJVVLOyx/ImycsuUOBXUGWCT8oiE7JXwveWfkJUTHIrY5SGzKdxQv2IcuABjyjzjak7Tas54O8tW8CAsyRxIQs9SmNIWez9e/DU4lq/tpl4wYDFSTiI/TFlcYTwjb1hQkfJYBxEo3iwgwxZCKwOczETSDxjGJNvupgKoW4A2r16v2a/55DXsl7Yx/r6BPRwZ9oO6YLGtBzy51xIYR9H+vNCb8C1tWADeCtyfW/Au4UN4y54L4rZ3Bp9W+gub0wKytY8+WohqleohZ/p5sshjCaZG1AIExAQBSyNkvQnEqgH/5ukrkzMH7fu/SBvlK2/Z+dEvs2J/pH70OCPb+BRvcqPECE/gBl6t2/e2P6wnxATKIUylJhON6RwCAcNe7BZ1NyiJywV9hscgiqyG46ttw8M8tPWPrEJ61m4MrWs9vLAZZDSNIoYj9zASyL6fVb3223XabgfeFEYR0xQRoMgwAJJ8a3uZf4DWsfAto570eSs1reheQru3GoiZv9v1b1YU7VluabMylbiY8q/R+N74Txt4f+6zD4AQ8dp14cozVmYeRmnNMN+7WcHO/Wgn0hutelTAaqV4nERdq7dPW/KeYa9Yn8MuAU3x5nReABfsrJVmIHgQ5CjOUi9O2HhQnIhh0sL6e+FXA+3WOXj54TTFOJeim22+6ci2TZ8Hc8Y82MczCPq41wQ0JhRdnhE/4/wTNmD0v9Eeyx+HdNyHOUZ9wTn4ONWTZOkOww+5CCUsoxR1/fdNExiFlAvi4MXZu1lraE8UmbKennmPrRDAuq+PGF3oXzJ7ihYlPkc8hDP3Ex4aRYl/CBniwXMbnHWmts3p9StVg1k4hwqsWdeQYJAxQU/MLPYP4CIdYKxFGl5aMgxfwttnQ//Ac9euIWhEgAA&quot;"/>
    <we:property name="bookmark" value="&quot;H4sIAAAAAAAAA+1Y32/bNhD+VwK99EUZKIkypbw5ngsM6IogSTsMhTGcyJPNRpYEks7iFvnfd6KUH27cOE2aZd3mB5s8nY53H7/jHf05UNq2FazfwhKDg+Cwac6WYM72oiAM6k2ZiARjoBjkBecIGRdRp9W0Tje1DQ4+Bw7MHN17bVdQdQZJ+GEWBlBVRzDvZiVUFsOgRWObGir9CXtleuTMCi/DAC/aqjHQmTxx4LAze07qNCdXop8SWhGk0+d4gtL10mNsG+Ou5mFg+5F3afNZZ8wvOGlqB7omw50sSnk+YqnIIS2UiFmOo6iTl7pyg0qxnl60huKhKNdtB8uEvJs3RkuoAu+3QWuHRSZNtVr60XRDftKsjMRjLP2j2mm3JkuwhE9NvV+CXZDe3v7e76fBJWFxZBpCyqsMi629fNH8OTFIEhUcsMsZSayu59WA5U2Qp72joM6hlqhOKi3RDEq0b8VHQqUL7rIzykY8YVnOEsEUqFQJxpPO1L2m7QLo944t4KB4nkcgRzFjGRQ8i/89eDq8cK99JHE65lk+GmfJlPFMEHzT+DBnk3w8TcUkG28gEyyRsqMbzJGI1xmm4NveJ432BqDN0fsr9sdh8No0S//akK5AK9wbdhj0TlNYYfDbAg3614n+SrtrcH0ueAfeYOkeDHg/8W7cB++xni+80Tfa9XFTUFCtujdfFc3aviI1+syuv8KAs1xGKYNRDggi5YXIi7+RQQP6X0R13jn9x61n30gc6xPw2UlR3ibF8MpDePDLF/DYQeVbmFDuwIxW91vf2f6wnRHvau08JWaza1KEgQIHW7BZNsqjh54K2w0egtXyhmNX9YOc/HirUFy79SxcmXlWx2UacShYIQRXIkrjXLCvs3oov/1Ro5I0FqNMcGScpWlKCVLQrm5l/iPOjrE/Ox5Ek7eNuwvN9+DOnVOkawBW9kGsqVdVdUWZS5+JT0n/AY2vufNPTfzH7uhLb96rk4VuW1RUso60PKPBu/YHOgB2sKVP/SgBUZR8JGOpGJNU1hK5s6CNh87tTjX7FcGuDD7Nw37paAuhw2coqdt9oFal3ZedxiPSSlYrSxGgOgQzWYBxm50oTYxCc7j2kP6szdUlgFJn+pxwdnTdSrHrtuh7kew2fD3POE8yusAIllD7lLKMM777KvMf4Zn1F8r/ifZU/HqmlXTl4SpGpSChjobleX9pfsyFseCSsyhJomKUZzxlsczSF2btaeOg2rNQ4baS/4OckEC6L0/YTShf8nRELmSioBzlEXCMCylytZOzegnzO5z15ra1c83K2RYkHkGNW/oVIgjUCtWOnsX/UXbrWvwXD0l3NagTAAA=&quot;"/>
    <we:property name="datasetId" value="&quot;f991bf9b-4202-4b24-9711-3429c0c74e7a&quot;"/>
    <we:property name="embedUrl" value="&quot;/reportEmbed?reportId=c79e06db-0cf5-4e14-8042-e65c131e055d&amp;config=eyJjbHVzdGVyVXJsIjoiaHR0cHM6Ly9XQUJJLUlORElBLUNFTlRSQUwtQS1QUklNQVJZLXJlZGlyZWN0LmFuYWx5c2lzLndpbmRvd3MubmV0IiwiZW1iZWRGZWF0dXJlcyI6eyJ1c2FnZU1ldHJpY3NWTmV4dCI6dHJ1ZSwiZGlzYWJsZUFuZ3VsYXJKU0Jvb3RzdHJhcFJlcG9ydEVtYmVkIjp0cnVlfX0%3D&amp;disableSensitivityBanner=true&quot;"/>
    <we:property name="pageName" value="&quot;ReportSection&quot;"/>
    <we:property name="pageDisplayName" value="&quot;Overview&quot;"/>
    <we:property name="backgroundColor" value="&quot;#F8F8F8&quot;"/>
  </we:properties>
  <we:bindings/>
  <we:snapshot xmlns:r="http://schemas.openxmlformats.org/officeDocument/2006/relationships" r:embed="rId1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1510</TotalTime>
  <Words>82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PowerPoint Presentation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shubham gunge</cp:lastModifiedBy>
  <cp:revision>3</cp:revision>
  <dcterms:created xsi:type="dcterms:W3CDTF">2018-06-07T21:39:02Z</dcterms:created>
  <dcterms:modified xsi:type="dcterms:W3CDTF">2023-12-27T13:47:44Z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